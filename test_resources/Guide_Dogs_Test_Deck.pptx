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152D20.xml" ContentType="application/vnd.ms-powerpoint.comments+xml"/>
  <Override PartName="/ppt/comments/modernComment_101_640D1D9F.xml" ContentType="application/vnd.ms-powerpoint.comments+xml"/>
  <Override PartName="/ppt/notesSlides/notesSlide2.xml" ContentType="application/vnd.openxmlformats-officedocument.presentationml.notesSlide+xml"/>
  <Override PartName="/ppt/comments/modernComment_102_62E7C7EC.xml" ContentType="application/vnd.ms-powerpoint.comments+xml"/>
  <Override PartName="/ppt/notesSlides/notesSlide3.xml" ContentType="application/vnd.openxmlformats-officedocument.presentationml.notesSlide+xml"/>
  <Override PartName="/ppt/comments/modernComment_103_2B04221E.xml" ContentType="application/vnd.ms-powerpoint.comments+xml"/>
  <Override PartName="/ppt/notesSlides/notesSlide4.xml" ContentType="application/vnd.openxmlformats-officedocument.presentationml.notesSlide+xml"/>
  <Override PartName="/ppt/comments/modernComment_104_8088468C.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6_B4511264.xml" ContentType="application/vnd.ms-powerpoint.comments+xml"/>
  <Override PartName="/ppt/notesSlides/notesSlide7.xml" ContentType="application/vnd.openxmlformats-officedocument.presentationml.notesSlide+xml"/>
  <Override PartName="/ppt/comments/modernComment_107_F32096E6.xml" ContentType="application/vnd.ms-powerpoint.comments+xml"/>
  <Override PartName="/ppt/notesSlides/notesSlide8.xml" ContentType="application/vnd.openxmlformats-officedocument.presentationml.notesSlide+xml"/>
  <Override PartName="/ppt/comments/modernComment_108_FA2C911C.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37" d="100"/>
          <a:sy n="37" d="100"/>
        </p:scale>
        <p:origin x="39" y="29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8/10/relationships/authors" Target="author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tt Humphrey" userId="522a63b0-b642-4d4b-b7cc-a758571d848b" providerId="ADAL" clId="{2B68AEAC-0F67-4231-A7ED-716A8537767C}"/>
    <pc:docChg chg="custSel modSld">
      <pc:chgData name="Brett Humphrey" userId="522a63b0-b642-4d4b-b7cc-a758571d848b" providerId="ADAL" clId="{2B68AEAC-0F67-4231-A7ED-716A8537767C}" dt="2025-12-11T20:07:07.758" v="161" actId="20577"/>
      <pc:docMkLst>
        <pc:docMk/>
      </pc:docMkLst>
      <pc:sldChg chg="modNotesTx">
        <pc:chgData name="Brett Humphrey" userId="522a63b0-b642-4d4b-b7cc-a758571d848b" providerId="ADAL" clId="{2B68AEAC-0F67-4231-A7ED-716A8537767C}" dt="2025-12-11T18:38:00.852" v="78" actId="20577"/>
        <pc:sldMkLst>
          <pc:docMk/>
          <pc:sldMk cId="721691166" sldId="259"/>
        </pc:sldMkLst>
      </pc:sldChg>
      <pc:sldChg chg="modNotesTx">
        <pc:chgData name="Brett Humphrey" userId="522a63b0-b642-4d4b-b7cc-a758571d848b" providerId="ADAL" clId="{2B68AEAC-0F67-4231-A7ED-716A8537767C}" dt="2025-12-11T20:06:35.757" v="130" actId="20577"/>
        <pc:sldMkLst>
          <pc:docMk/>
          <pc:sldMk cId="4209332740" sldId="261"/>
        </pc:sldMkLst>
      </pc:sldChg>
      <pc:sldChg chg="modNotesTx">
        <pc:chgData name="Brett Humphrey" userId="522a63b0-b642-4d4b-b7cc-a758571d848b" providerId="ADAL" clId="{2B68AEAC-0F67-4231-A7ED-716A8537767C}" dt="2025-12-11T20:07:07.758" v="161" actId="20577"/>
        <pc:sldMkLst>
          <pc:docMk/>
          <pc:sldMk cId="4078999270" sldId="263"/>
        </pc:sldMkLst>
      </pc:sldChg>
      <pc:sldChg chg="modNotesTx">
        <pc:chgData name="Brett Humphrey" userId="522a63b0-b642-4d4b-b7cc-a758571d848b" providerId="ADAL" clId="{2B68AEAC-0F67-4231-A7ED-716A8537767C}" dt="2025-12-11T19:57:50.713" v="128" actId="20577"/>
        <pc:sldMkLst>
          <pc:docMk/>
          <pc:sldMk cId="4197224732" sldId="264"/>
        </pc:sldMkLst>
      </pc:sldChg>
    </pc:docChg>
  </pc:docChgLst>
</pc:chgInfo>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 id="{6A6CAB1B-EFBF-4E78-B242-81798357EDDE}" authorId="{B72249CB-3892-C6F4-5165-3FF7AF885C30}" created="2025-12-11T18:36:33.338">
        <p188:txBody>
          <a:bodyPr/>
          <a:lstStyle/>
          <a:p>
            <a:r>
              <a:rPr lang="en-US"/>
              <a:t>Want to reply more here for more testing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replyLst>
      <p188:reply id="{65ECFC6F-75D8-4829-9F72-5ADEFF07451D}" authorId="{B72249CB-3892-C6F4-5165-3FF7AF885C30}" created="2025-12-11T18:30:10.354">
        <p188:txBody>
          <a:bodyPr/>
          <a:lstStyle/>
          <a:p>
            <a:r>
              <a:rPr lang="en-US"/>
              <a:t>Adding a reply to test </a:t>
            </a:r>
          </a:p>
        </p188:txBody>
      </p188:reply>
    </p188:replyLst>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3F1CBD-96CF-4072-8DC3-C715CAA4EC76}"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2E4F0C-A2D9-473C-B5DC-CA499C91B12F}" type="slidenum">
              <a:rPr lang="en-US" smtClean="0"/>
              <a:t>‹#›</a:t>
            </a:fld>
            <a:endParaRPr lang="en-US"/>
          </a:p>
        </p:txBody>
      </p:sp>
    </p:spTree>
    <p:extLst>
      <p:ext uri="{BB962C8B-B14F-4D97-AF65-F5344CB8AC3E}">
        <p14:creationId xmlns:p14="http://schemas.microsoft.com/office/powerpoint/2010/main" val="89075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1</a:t>
            </a:fld>
            <a:endParaRPr lang="en-US"/>
          </a:p>
        </p:txBody>
      </p:sp>
    </p:spTree>
    <p:extLst>
      <p:ext uri="{BB962C8B-B14F-4D97-AF65-F5344CB8AC3E}">
        <p14:creationId xmlns:p14="http://schemas.microsoft.com/office/powerpoint/2010/main" val="969289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3</a:t>
            </a:fld>
            <a:endParaRPr lang="en-US"/>
          </a:p>
        </p:txBody>
      </p:sp>
    </p:spTree>
    <p:extLst>
      <p:ext uri="{BB962C8B-B14F-4D97-AF65-F5344CB8AC3E}">
        <p14:creationId xmlns:p14="http://schemas.microsoft.com/office/powerpoint/2010/main" val="3401277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some </a:t>
            </a:r>
            <a:r>
              <a:rPr lang="en-US" dirty="0" err="1"/>
              <a:t>stuf</a:t>
            </a:r>
            <a:r>
              <a:rPr lang="en-US" dirty="0"/>
              <a:t> fin here </a:t>
            </a:r>
          </a:p>
          <a:p>
            <a:endParaRPr lang="en-US" dirty="0"/>
          </a:p>
          <a:p>
            <a:r>
              <a:rPr lang="en-US" dirty="0"/>
              <a:t>Note: this is some notes to me.</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4</a:t>
            </a:fld>
            <a:endParaRPr lang="en-US"/>
          </a:p>
        </p:txBody>
      </p:sp>
    </p:spTree>
    <p:extLst>
      <p:ext uri="{BB962C8B-B14F-4D97-AF65-F5344CB8AC3E}">
        <p14:creationId xmlns:p14="http://schemas.microsoft.com/office/powerpoint/2010/main" val="10904124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5</a:t>
            </a:fld>
            <a:endParaRPr lang="en-US"/>
          </a:p>
        </p:txBody>
      </p:sp>
    </p:spTree>
    <p:extLst>
      <p:ext uri="{BB962C8B-B14F-4D97-AF65-F5344CB8AC3E}">
        <p14:creationId xmlns:p14="http://schemas.microsoft.com/office/powerpoint/2010/main" val="4198896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6</a:t>
            </a:fld>
            <a:endParaRPr lang="en-US"/>
          </a:p>
        </p:txBody>
      </p:sp>
    </p:spTree>
    <p:extLst>
      <p:ext uri="{BB962C8B-B14F-4D97-AF65-F5344CB8AC3E}">
        <p14:creationId xmlns:p14="http://schemas.microsoft.com/office/powerpoint/2010/main" val="2581266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7</a:t>
            </a:fld>
            <a:endParaRPr lang="en-US"/>
          </a:p>
        </p:txBody>
      </p:sp>
    </p:spTree>
    <p:extLst>
      <p:ext uri="{BB962C8B-B14F-4D97-AF65-F5344CB8AC3E}">
        <p14:creationId xmlns:p14="http://schemas.microsoft.com/office/powerpoint/2010/main" val="1376278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thins to talk about ****</a:t>
            </a:r>
          </a:p>
        </p:txBody>
      </p:sp>
      <p:sp>
        <p:nvSpPr>
          <p:cNvPr id="4" name="Slide Number Placeholder 3"/>
          <p:cNvSpPr>
            <a:spLocks noGrp="1"/>
          </p:cNvSpPr>
          <p:nvPr>
            <p:ph type="sldNum" sz="quarter" idx="5"/>
          </p:nvPr>
        </p:nvSpPr>
        <p:spPr/>
        <p:txBody>
          <a:bodyPr/>
          <a:lstStyle/>
          <a:p>
            <a:fld id="{9D2E4F0C-A2D9-473C-B5DC-CA499C91B12F}" type="slidenum">
              <a:rPr lang="en-US" smtClean="0"/>
              <a:t>8</a:t>
            </a:fld>
            <a:endParaRPr lang="en-US"/>
          </a:p>
        </p:txBody>
      </p:sp>
    </p:spTree>
    <p:extLst>
      <p:ext uri="{BB962C8B-B14F-4D97-AF65-F5344CB8AC3E}">
        <p14:creationId xmlns:p14="http://schemas.microsoft.com/office/powerpoint/2010/main" val="1870533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stuff to read out ****</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9</a:t>
            </a:fld>
            <a:endParaRPr lang="en-US"/>
          </a:p>
        </p:txBody>
      </p:sp>
    </p:spTree>
    <p:extLst>
      <p:ext uri="{BB962C8B-B14F-4D97-AF65-F5344CB8AC3E}">
        <p14:creationId xmlns:p14="http://schemas.microsoft.com/office/powerpoint/2010/main" val="16349844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152D2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640D1D9F.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62E7C7EC.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B04221E.xm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8088468C.xm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B4511264.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F32096E6.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8_FA2C911C.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1019</TotalTime>
  <Words>459</Words>
  <Application>Microsoft Office PowerPoint</Application>
  <PresentationFormat>Widescreen</PresentationFormat>
  <Paragraphs>57</Paragraphs>
  <Slides>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2025-12-11T20:07:12Z</dcterms:modified>
</cp:coreProperties>
</file>